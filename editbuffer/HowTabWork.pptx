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4"/>
    <p:restoredTop sz="94682"/>
  </p:normalViewPr>
  <p:slideViewPr>
    <p:cSldViewPr snapToGrid="0" snapToObjects="1">
      <p:cViewPr>
        <p:scale>
          <a:sx n="190" d="100"/>
          <a:sy n="190" d="100"/>
        </p:scale>
        <p:origin x="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FC95-8D0E-2545-9708-09BF1A854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E6A35-33C2-7944-9302-374EBB3F2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06E11-9174-1342-87A0-00A0DDC4F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5198-0A85-C94B-9E8D-FFE7EB8D7A38}" type="datetimeFigureOut">
              <a:rPr lang="en-US" smtClean="0"/>
              <a:t>3/21/22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09CC8-CEFA-F04F-A20F-BA5F70C8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4D6A5-F68F-994B-80F3-8AC5A185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2405-ABDB-6347-A402-D7FA08756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969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B202-1100-1247-8798-D0B0FB45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C4D22-45F0-E942-A045-6A1ACCE7F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5E2FF-B052-A74E-B787-105652DCF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5198-0A85-C94B-9E8D-FFE7EB8D7A38}" type="datetimeFigureOut">
              <a:rPr lang="en-US" smtClean="0"/>
              <a:t>3/21/22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12700-AD4E-9840-A6C5-7587283E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EA8DC-4D85-9741-9A58-EE61E05C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2405-ABDB-6347-A402-D7FA08756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04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E1B41-96C4-5A49-84F0-498BF099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970EE-1E7B-2D49-87DB-73EBCCF38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870BA-68DD-FF49-8BB5-31910981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5198-0A85-C94B-9E8D-FFE7EB8D7A38}" type="datetimeFigureOut">
              <a:rPr lang="en-US" smtClean="0"/>
              <a:t>3/21/22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1B62A-5FCB-8348-AC83-3446BCC1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D4BDA-0B58-7E44-B0E7-209CCCC0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2405-ABDB-6347-A402-D7FA08756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81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57F8-DC47-8348-925F-6A874C275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CFAA0-6D37-8341-B6D0-BC9C90BA9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5F7DF-FAE5-314E-B1EB-B5FE5501B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54640-010D-984B-8B47-B8D571E3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5198-0A85-C94B-9E8D-FFE7EB8D7A38}" type="datetimeFigureOut">
              <a:rPr lang="en-US" smtClean="0"/>
              <a:t>3/21/22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ECFDF-C566-CF4C-B338-A78FFEBB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5504D-6F33-4141-AEEF-BEFB9B66C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2405-ABDB-6347-A402-D7FA08756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99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763F-2C84-D04D-B598-6B77AEFB8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6970A-F690-6947-8196-7CCF3B7C6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58D0D-B62C-E24B-8E17-7652EBBBB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67529A-54F6-C14D-B846-680E0990F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FF8D-B987-E942-A10E-20A42AA7C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9D6F05-3CEB-C64B-8D9F-012D29D6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5198-0A85-C94B-9E8D-FFE7EB8D7A38}" type="datetimeFigureOut">
              <a:rPr lang="en-US" smtClean="0"/>
              <a:t>3/21/22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B5F18D-B578-B94D-B5AB-65DAEEFA4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EBAC83-DC4A-1B45-836D-9A3194BA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2405-ABDB-6347-A402-D7FA08756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19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7696A-4407-D846-B80F-DD6A532CE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D1D74-E271-2641-BD52-5D735C80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5198-0A85-C94B-9E8D-FFE7EB8D7A38}" type="datetimeFigureOut">
              <a:rPr lang="en-US" smtClean="0"/>
              <a:t>3/21/22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02CD4-564E-8148-9A39-18AA764A3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A2B6A-A222-6143-8601-71B71437D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2405-ABDB-6347-A402-D7FA08756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69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09792C-2F9C-1745-AAA2-6127FC9F8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5198-0A85-C94B-9E8D-FFE7EB8D7A38}" type="datetimeFigureOut">
              <a:rPr lang="en-US" smtClean="0"/>
              <a:t>3/21/22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FC441-A29B-F844-97B7-AACC0236B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17835-A237-3C4B-9091-288CA602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2405-ABDB-6347-A402-D7FA08756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15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8973F-FF3D-4548-93AE-9335CD3A7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0A0DC-E8D9-CB43-ADC8-ABF6B0FF3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563D9-A746-F545-8713-9523ECA2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A5CCB-71C6-3C44-919F-65CAC060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5198-0A85-C94B-9E8D-FFE7EB8D7A38}" type="datetimeFigureOut">
              <a:rPr lang="en-US" smtClean="0"/>
              <a:t>3/21/22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7DA87-6D3B-4E44-B180-A156847E7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81605-9116-6242-81EE-9E1199F94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2405-ABDB-6347-A402-D7FA08756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74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6AC5-1B27-EE4E-8C43-F25E04A3A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A8B692-C632-F444-9E8C-3721FC58B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DDA39-074E-9C4D-9ABA-388D72C00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BB7BD-BD67-0B40-AE73-814392028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5198-0A85-C94B-9E8D-FFE7EB8D7A38}" type="datetimeFigureOut">
              <a:rPr lang="en-US" smtClean="0"/>
              <a:t>3/21/22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4F731-B8FF-B14C-9C82-FD10B7FF5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AC678-F66A-9348-9745-FB5157E6B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2405-ABDB-6347-A402-D7FA08756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2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54E51-B444-F34D-AAE2-C51811923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BD1D1-A4CB-984F-AA2A-AFD984F7E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3CE3C-4A86-6140-86E3-6FE7DA7D1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5198-0A85-C94B-9E8D-FFE7EB8D7A38}" type="datetimeFigureOut">
              <a:rPr lang="en-US" smtClean="0"/>
              <a:t>3/21/22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F4698-32EB-1742-96CE-436A95B00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1504F-5C63-3847-9B50-2EE03708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2405-ABDB-6347-A402-D7FA08756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85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009C2-07AC-3C42-8A7C-2A8B5AC199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987B1-F387-3F40-8DC1-3617D70B6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D7B31-726B-B041-B27D-D7D3DD61D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5198-0A85-C94B-9E8D-FFE7EB8D7A38}" type="datetimeFigureOut">
              <a:rPr lang="en-US" smtClean="0"/>
              <a:t>3/21/22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B653F-215E-6B4B-881E-4B4C33C7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183AB-CF98-4246-9041-99A051DB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2405-ABDB-6347-A402-D7FA08756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31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1328F3-71F3-BB48-B79F-9D06B703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7DEB2-4074-5745-983C-6028C8DCC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9372F-484E-1540-A302-57A4A3D93D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E5198-0A85-C94B-9E8D-FFE7EB8D7A38}" type="datetimeFigureOut">
              <a:rPr lang="en-US" smtClean="0"/>
              <a:t>3/21/22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783BE-2AFD-9249-BC1B-92DC0C9E6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D6DE0-A613-FB4A-A0BB-12FF8F186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D2405-ABDB-6347-A402-D7FA08756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74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A87144-0525-1743-B87D-16F5CF4A5E9C}"/>
              </a:ext>
            </a:extLst>
          </p:cNvPr>
          <p:cNvSpPr/>
          <p:nvPr/>
        </p:nvSpPr>
        <p:spPr>
          <a:xfrm>
            <a:off x="2015067" y="1532467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DA34D8-C711-964A-9B6B-3CA35DB3707D}"/>
              </a:ext>
            </a:extLst>
          </p:cNvPr>
          <p:cNvSpPr/>
          <p:nvPr/>
        </p:nvSpPr>
        <p:spPr>
          <a:xfrm>
            <a:off x="2472267" y="1532467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5C134A-A14E-2C4F-9F58-0454D04315FC}"/>
              </a:ext>
            </a:extLst>
          </p:cNvPr>
          <p:cNvSpPr/>
          <p:nvPr/>
        </p:nvSpPr>
        <p:spPr>
          <a:xfrm>
            <a:off x="2929467" y="1532467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1CA3D0-E329-6A4C-A492-730A463451E6}"/>
              </a:ext>
            </a:extLst>
          </p:cNvPr>
          <p:cNvSpPr/>
          <p:nvPr/>
        </p:nvSpPr>
        <p:spPr>
          <a:xfrm>
            <a:off x="3386667" y="1532467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3D5C7D-2241-624A-87F0-844A250C25CD}"/>
              </a:ext>
            </a:extLst>
          </p:cNvPr>
          <p:cNvSpPr/>
          <p:nvPr/>
        </p:nvSpPr>
        <p:spPr>
          <a:xfrm>
            <a:off x="3843867" y="1532467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FE6315-E1BF-C84B-9669-0CC415C4AA23}"/>
              </a:ext>
            </a:extLst>
          </p:cNvPr>
          <p:cNvSpPr/>
          <p:nvPr/>
        </p:nvSpPr>
        <p:spPr>
          <a:xfrm>
            <a:off x="4301067" y="1532467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AD8D11-C24A-0042-92BD-40C3155EEE73}"/>
              </a:ext>
            </a:extLst>
          </p:cNvPr>
          <p:cNvSpPr/>
          <p:nvPr/>
        </p:nvSpPr>
        <p:spPr>
          <a:xfrm>
            <a:off x="4758267" y="1532467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E54EE-9050-F942-972C-1B72BBF5296C}"/>
              </a:ext>
            </a:extLst>
          </p:cNvPr>
          <p:cNvSpPr/>
          <p:nvPr/>
        </p:nvSpPr>
        <p:spPr>
          <a:xfrm>
            <a:off x="5215467" y="1532467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88193A-0818-5A42-AE30-571E570BF74B}"/>
              </a:ext>
            </a:extLst>
          </p:cNvPr>
          <p:cNvSpPr/>
          <p:nvPr/>
        </p:nvSpPr>
        <p:spPr>
          <a:xfrm>
            <a:off x="5672667" y="1532467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DF23AD-5E96-DD4A-A4D7-C9F9A1FEC582}"/>
              </a:ext>
            </a:extLst>
          </p:cNvPr>
          <p:cNvSpPr/>
          <p:nvPr/>
        </p:nvSpPr>
        <p:spPr>
          <a:xfrm>
            <a:off x="6129867" y="1532467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30FEFB-0581-E641-9DED-9FC8D4B95FD7}"/>
              </a:ext>
            </a:extLst>
          </p:cNvPr>
          <p:cNvSpPr/>
          <p:nvPr/>
        </p:nvSpPr>
        <p:spPr>
          <a:xfrm>
            <a:off x="6587067" y="1532467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243758-1CC8-9F42-9112-27B8CC68F083}"/>
              </a:ext>
            </a:extLst>
          </p:cNvPr>
          <p:cNvSpPr/>
          <p:nvPr/>
        </p:nvSpPr>
        <p:spPr>
          <a:xfrm>
            <a:off x="7044267" y="1532467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7C6517-3234-AC46-8148-E39E427D1AD4}"/>
              </a:ext>
            </a:extLst>
          </p:cNvPr>
          <p:cNvSpPr/>
          <p:nvPr/>
        </p:nvSpPr>
        <p:spPr>
          <a:xfrm>
            <a:off x="2015067" y="4546602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2DECBB-778C-904C-883F-9AEF6FDE08D7}"/>
              </a:ext>
            </a:extLst>
          </p:cNvPr>
          <p:cNvSpPr/>
          <p:nvPr/>
        </p:nvSpPr>
        <p:spPr>
          <a:xfrm>
            <a:off x="2472267" y="4546602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CEA923-640A-8C42-9349-3853BF0A64A4}"/>
              </a:ext>
            </a:extLst>
          </p:cNvPr>
          <p:cNvSpPr/>
          <p:nvPr/>
        </p:nvSpPr>
        <p:spPr>
          <a:xfrm>
            <a:off x="2929467" y="4546602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07AC76-71B6-F44F-A22D-D3773DE664ED}"/>
              </a:ext>
            </a:extLst>
          </p:cNvPr>
          <p:cNvSpPr/>
          <p:nvPr/>
        </p:nvSpPr>
        <p:spPr>
          <a:xfrm>
            <a:off x="3386667" y="4546602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409E18-7FFF-2F44-B52A-78F5215587E4}"/>
              </a:ext>
            </a:extLst>
          </p:cNvPr>
          <p:cNvSpPr/>
          <p:nvPr/>
        </p:nvSpPr>
        <p:spPr>
          <a:xfrm>
            <a:off x="3843867" y="4546602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50F01A-7BE1-BF42-978F-6BF0A89D4577}"/>
              </a:ext>
            </a:extLst>
          </p:cNvPr>
          <p:cNvSpPr/>
          <p:nvPr/>
        </p:nvSpPr>
        <p:spPr>
          <a:xfrm>
            <a:off x="5215467" y="4546602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F57918-CC66-BF49-989A-61162542A05C}"/>
              </a:ext>
            </a:extLst>
          </p:cNvPr>
          <p:cNvSpPr/>
          <p:nvPr/>
        </p:nvSpPr>
        <p:spPr>
          <a:xfrm>
            <a:off x="5672667" y="4546602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D26A8C7-9FBD-E243-B296-A0635D4A9EA6}"/>
              </a:ext>
            </a:extLst>
          </p:cNvPr>
          <p:cNvSpPr/>
          <p:nvPr/>
        </p:nvSpPr>
        <p:spPr>
          <a:xfrm>
            <a:off x="6129867" y="4546602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C20B50-72CA-764F-BF4D-6DDB27737010}"/>
              </a:ext>
            </a:extLst>
          </p:cNvPr>
          <p:cNvSpPr/>
          <p:nvPr/>
        </p:nvSpPr>
        <p:spPr>
          <a:xfrm>
            <a:off x="6587067" y="4546602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2D2E6A-42B7-A342-B31C-A14E4CE6F75C}"/>
              </a:ext>
            </a:extLst>
          </p:cNvPr>
          <p:cNvSpPr/>
          <p:nvPr/>
        </p:nvSpPr>
        <p:spPr>
          <a:xfrm>
            <a:off x="7044267" y="4546602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DA39BF-92BC-9448-8885-FF6D97C90682}"/>
              </a:ext>
            </a:extLst>
          </p:cNvPr>
          <p:cNvSpPr/>
          <p:nvPr/>
        </p:nvSpPr>
        <p:spPr>
          <a:xfrm>
            <a:off x="7501467" y="4546602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FE5EF9-2B8F-5448-A58E-612E7FAF081E}"/>
              </a:ext>
            </a:extLst>
          </p:cNvPr>
          <p:cNvSpPr/>
          <p:nvPr/>
        </p:nvSpPr>
        <p:spPr>
          <a:xfrm>
            <a:off x="7958667" y="4546602"/>
            <a:ext cx="389466" cy="38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E08E71-B70E-2C41-A57C-D89644BCA45C}"/>
              </a:ext>
            </a:extLst>
          </p:cNvPr>
          <p:cNvSpPr/>
          <p:nvPr/>
        </p:nvSpPr>
        <p:spPr>
          <a:xfrm>
            <a:off x="2015067" y="767080"/>
            <a:ext cx="389466" cy="389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25D5BFA-C907-6E41-AF88-1636DD7B6180}"/>
              </a:ext>
            </a:extLst>
          </p:cNvPr>
          <p:cNvSpPr/>
          <p:nvPr/>
        </p:nvSpPr>
        <p:spPr>
          <a:xfrm>
            <a:off x="2470396" y="767080"/>
            <a:ext cx="389466" cy="389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19662B0-A643-4B4F-B221-466F43248836}"/>
              </a:ext>
            </a:extLst>
          </p:cNvPr>
          <p:cNvSpPr/>
          <p:nvPr/>
        </p:nvSpPr>
        <p:spPr>
          <a:xfrm>
            <a:off x="2925725" y="767080"/>
            <a:ext cx="389466" cy="389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51FE7C7-8E92-4348-BC4A-7D30FDEB0FAD}"/>
              </a:ext>
            </a:extLst>
          </p:cNvPr>
          <p:cNvSpPr/>
          <p:nvPr/>
        </p:nvSpPr>
        <p:spPr>
          <a:xfrm>
            <a:off x="3381054" y="767080"/>
            <a:ext cx="389466" cy="38946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DDFE3E5-A39D-574F-93F2-0A7DAEE7F49D}"/>
              </a:ext>
            </a:extLst>
          </p:cNvPr>
          <p:cNvSpPr/>
          <p:nvPr/>
        </p:nvSpPr>
        <p:spPr>
          <a:xfrm>
            <a:off x="3831462" y="767080"/>
            <a:ext cx="389466" cy="389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D7B786A-70C0-DD4E-A9B7-073ABDD935B4}"/>
              </a:ext>
            </a:extLst>
          </p:cNvPr>
          <p:cNvSpPr/>
          <p:nvPr/>
        </p:nvSpPr>
        <p:spPr>
          <a:xfrm>
            <a:off x="4281870" y="768538"/>
            <a:ext cx="389466" cy="389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43AA9B4-1E42-1740-BB3A-1A6C5AE72AED}"/>
              </a:ext>
            </a:extLst>
          </p:cNvPr>
          <p:cNvSpPr/>
          <p:nvPr/>
        </p:nvSpPr>
        <p:spPr>
          <a:xfrm>
            <a:off x="4732278" y="767080"/>
            <a:ext cx="389466" cy="389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9CA2BDE-4686-424D-8D20-6E10C3143BF9}"/>
              </a:ext>
            </a:extLst>
          </p:cNvPr>
          <p:cNvSpPr/>
          <p:nvPr/>
        </p:nvSpPr>
        <p:spPr>
          <a:xfrm>
            <a:off x="5192528" y="767080"/>
            <a:ext cx="389466" cy="38946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A0C30CB-9AFB-C946-9A63-6B6425B9E943}"/>
              </a:ext>
            </a:extLst>
          </p:cNvPr>
          <p:cNvSpPr/>
          <p:nvPr/>
        </p:nvSpPr>
        <p:spPr>
          <a:xfrm>
            <a:off x="5672667" y="767080"/>
            <a:ext cx="389466" cy="389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8AD66AF-6582-D84B-833C-F0D0CD69235E}"/>
              </a:ext>
            </a:extLst>
          </p:cNvPr>
          <p:cNvSpPr/>
          <p:nvPr/>
        </p:nvSpPr>
        <p:spPr>
          <a:xfrm>
            <a:off x="6129867" y="767080"/>
            <a:ext cx="389466" cy="389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50A7778-78DF-C049-A357-33E9A0C2D257}"/>
              </a:ext>
            </a:extLst>
          </p:cNvPr>
          <p:cNvSpPr/>
          <p:nvPr/>
        </p:nvSpPr>
        <p:spPr>
          <a:xfrm>
            <a:off x="6587067" y="767080"/>
            <a:ext cx="389466" cy="389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841E3CB-FC12-CE44-B0BC-9697239A7209}"/>
              </a:ext>
            </a:extLst>
          </p:cNvPr>
          <p:cNvSpPr/>
          <p:nvPr/>
        </p:nvSpPr>
        <p:spPr>
          <a:xfrm>
            <a:off x="7044267" y="767080"/>
            <a:ext cx="389466" cy="38946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6602EF-4813-1348-B8D3-169976E8384A}"/>
              </a:ext>
            </a:extLst>
          </p:cNvPr>
          <p:cNvSpPr txBox="1"/>
          <p:nvPr/>
        </p:nvSpPr>
        <p:spPr>
          <a:xfrm>
            <a:off x="914398" y="1596395"/>
            <a:ext cx="9076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Buffer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0940C9-4357-1B45-9456-C9AF2F483C96}"/>
              </a:ext>
            </a:extLst>
          </p:cNvPr>
          <p:cNvSpPr txBox="1"/>
          <p:nvPr/>
        </p:nvSpPr>
        <p:spPr>
          <a:xfrm>
            <a:off x="0" y="4505181"/>
            <a:ext cx="17346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Rendered</a:t>
            </a:r>
          </a:p>
          <a:p>
            <a:pPr algn="r"/>
            <a:r>
              <a:rPr lang="en-US" sz="1100" dirty="0"/>
              <a:t>Buffer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0EB5463-8849-9644-AEDC-F2F6957A0950}"/>
              </a:ext>
            </a:extLst>
          </p:cNvPr>
          <p:cNvSpPr/>
          <p:nvPr/>
        </p:nvSpPr>
        <p:spPr>
          <a:xfrm>
            <a:off x="4309284" y="4546602"/>
            <a:ext cx="389466" cy="3894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!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E1A7120-F181-1B42-9785-C4985AD2BB21}"/>
              </a:ext>
            </a:extLst>
          </p:cNvPr>
          <p:cNvSpPr/>
          <p:nvPr/>
        </p:nvSpPr>
        <p:spPr>
          <a:xfrm>
            <a:off x="4758267" y="4546602"/>
            <a:ext cx="389466" cy="3894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^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567A54-2446-CE43-8018-4FBB7487FAB9}"/>
              </a:ext>
            </a:extLst>
          </p:cNvPr>
          <p:cNvSpPr txBox="1"/>
          <p:nvPr/>
        </p:nvSpPr>
        <p:spPr>
          <a:xfrm>
            <a:off x="383239" y="2482242"/>
            <a:ext cx="92717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1400" dirty="0"/>
              <a:t>If you cursor right into a tab, you continue until a normal character is found in the </a:t>
            </a:r>
            <a:r>
              <a:rPr lang="en-US" sz="1400" dirty="0" err="1"/>
              <a:t>rendor</a:t>
            </a:r>
            <a:r>
              <a:rPr lang="en-US" sz="1400" dirty="0"/>
              <a:t> buffer</a:t>
            </a:r>
          </a:p>
          <a:p>
            <a:pPr marL="342900" indent="-342900">
              <a:buAutoNum type="arabicParenR"/>
            </a:pPr>
            <a:r>
              <a:rPr lang="en-US" sz="1400" dirty="0"/>
              <a:t>If you cursor left into a magic character, you continue until you find a tab</a:t>
            </a:r>
          </a:p>
          <a:p>
            <a:pPr marL="342900" indent="-342900">
              <a:buAutoNum type="arabicParenR"/>
            </a:pPr>
            <a:r>
              <a:rPr lang="en-US" sz="1400" dirty="0"/>
              <a:t>If cursor up into a tab or a magic character you cursor right until you find a non-magic character (or append pos)</a:t>
            </a:r>
          </a:p>
          <a:p>
            <a:pPr marL="342900" indent="-342900">
              <a:buAutoNum type="arabicParenR"/>
            </a:pPr>
            <a:r>
              <a:rPr lang="en-US" sz="1400" dirty="0"/>
              <a:t>If cursor down into a tab or magic character you cursor right until you find a non-magic character (or append pos)</a:t>
            </a:r>
          </a:p>
        </p:txBody>
      </p:sp>
    </p:spTree>
    <p:extLst>
      <p:ext uri="{BB962C8B-B14F-4D97-AF65-F5344CB8AC3E}">
        <p14:creationId xmlns:p14="http://schemas.microsoft.com/office/powerpoint/2010/main" val="2826714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17405</TotalTime>
  <Words>126</Words>
  <Application>Microsoft Macintosh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Todd Vernon</dc:creator>
  <cp:lastModifiedBy>Todd Vernon</cp:lastModifiedBy>
  <cp:revision>2</cp:revision>
  <dcterms:created xsi:type="dcterms:W3CDTF">2022-03-21T20:00:18Z</dcterms:created>
  <dcterms:modified xsi:type="dcterms:W3CDTF">2022-04-02T22:05:53Z</dcterms:modified>
</cp:coreProperties>
</file>